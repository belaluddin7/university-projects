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1652421D-4CFB-4A2E-AE1E-6FE9A1E4CEC8}">
          <p14:sldIdLst>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59652D-0313-4E54-9159-647048F357F1}" v="10" dt="2025-01-19T20:14:43.1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lal uddin" userId="6057788978bea4ca" providerId="LiveId" clId="{FF59652D-0313-4E54-9159-647048F357F1}"/>
    <pc:docChg chg="undo custSel modSld">
      <pc:chgData name="Belal uddin" userId="6057788978bea4ca" providerId="LiveId" clId="{FF59652D-0313-4E54-9159-647048F357F1}" dt="2025-01-20T11:19:55.440" v="372" actId="21"/>
      <pc:docMkLst>
        <pc:docMk/>
      </pc:docMkLst>
      <pc:sldChg chg="addSp delSp modSp mod">
        <pc:chgData name="Belal uddin" userId="6057788978bea4ca" providerId="LiveId" clId="{FF59652D-0313-4E54-9159-647048F357F1}" dt="2025-01-20T11:19:55.440" v="372" actId="21"/>
        <pc:sldMkLst>
          <pc:docMk/>
          <pc:sldMk cId="3937866876" sldId="256"/>
        </pc:sldMkLst>
        <pc:spChg chg="add mod">
          <ac:chgData name="Belal uddin" userId="6057788978bea4ca" providerId="LiveId" clId="{FF59652D-0313-4E54-9159-647048F357F1}" dt="2025-01-18T18:12:41.490" v="267" actId="13822"/>
          <ac:spMkLst>
            <pc:docMk/>
            <pc:sldMk cId="3937866876" sldId="256"/>
            <ac:spMk id="2" creationId="{55AD657D-BB3A-548C-DC81-3D4CFA68D120}"/>
          </ac:spMkLst>
        </pc:spChg>
        <pc:spChg chg="mod">
          <ac:chgData name="Belal uddin" userId="6057788978bea4ca" providerId="LiveId" clId="{FF59652D-0313-4E54-9159-647048F357F1}" dt="2025-01-20T11:19:48.676" v="370"/>
          <ac:spMkLst>
            <pc:docMk/>
            <pc:sldMk cId="3937866876" sldId="256"/>
            <ac:spMk id="4" creationId="{4F93FF99-08E4-1A5E-8368-0DDAE92A925E}"/>
          </ac:spMkLst>
        </pc:spChg>
        <pc:spChg chg="mod">
          <ac:chgData name="Belal uddin" userId="6057788978bea4ca" providerId="LiveId" clId="{FF59652D-0313-4E54-9159-647048F357F1}" dt="2025-01-18T18:13:20.463" v="271" actId="113"/>
          <ac:spMkLst>
            <pc:docMk/>
            <pc:sldMk cId="3937866876" sldId="256"/>
            <ac:spMk id="5" creationId="{A4D30407-B50A-553E-48BE-93BBA2730315}"/>
          </ac:spMkLst>
        </pc:spChg>
        <pc:spChg chg="add mod">
          <ac:chgData name="Belal uddin" userId="6057788978bea4ca" providerId="LiveId" clId="{FF59652D-0313-4E54-9159-647048F357F1}" dt="2025-01-19T20:15:12.288" v="296" actId="1582"/>
          <ac:spMkLst>
            <pc:docMk/>
            <pc:sldMk cId="3937866876" sldId="256"/>
            <ac:spMk id="10" creationId="{FCD8BF5F-E7F6-6335-9856-F78727C959D5}"/>
          </ac:spMkLst>
        </pc:spChg>
        <pc:spChg chg="add mod">
          <ac:chgData name="Belal uddin" userId="6057788978bea4ca" providerId="LiveId" clId="{FF59652D-0313-4E54-9159-647048F357F1}" dt="2025-01-18T18:12:34.226" v="266" actId="13822"/>
          <ac:spMkLst>
            <pc:docMk/>
            <pc:sldMk cId="3937866876" sldId="256"/>
            <ac:spMk id="11" creationId="{55D2D7A8-D461-7E2B-4731-220367F67C8C}"/>
          </ac:spMkLst>
        </pc:spChg>
        <pc:picChg chg="add mod">
          <ac:chgData name="Belal uddin" userId="6057788978bea4ca" providerId="LiveId" clId="{FF59652D-0313-4E54-9159-647048F357F1}" dt="2025-01-19T20:14:18.051" v="289" actId="1582"/>
          <ac:picMkLst>
            <pc:docMk/>
            <pc:sldMk cId="3937866876" sldId="256"/>
            <ac:picMk id="3" creationId="{E7948C4D-AD96-F5BC-2530-74B23972BFF1}"/>
          </ac:picMkLst>
        </pc:picChg>
        <pc:picChg chg="del mod">
          <ac:chgData name="Belal uddin" userId="6057788978bea4ca" providerId="LiveId" clId="{FF59652D-0313-4E54-9159-647048F357F1}" dt="2025-01-20T11:19:55.440" v="372" actId="21"/>
          <ac:picMkLst>
            <pc:docMk/>
            <pc:sldMk cId="3937866876" sldId="256"/>
            <ac:picMk id="7" creationId="{BB7359E0-14B5-17F2-0203-E1874A19F5E9}"/>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F0312-7D51-2A8A-C935-9DB195B5BC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3592E5E8-BA9A-9AB4-16CB-DD8B2AD27E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C6380EE6-FA7E-7CC9-4174-87BD1D3358EB}"/>
              </a:ext>
            </a:extLst>
          </p:cNvPr>
          <p:cNvSpPr>
            <a:spLocks noGrp="1"/>
          </p:cNvSpPr>
          <p:nvPr>
            <p:ph type="dt" sz="half" idx="10"/>
          </p:nvPr>
        </p:nvSpPr>
        <p:spPr/>
        <p:txBody>
          <a:bodyPr/>
          <a:lstStyle/>
          <a:p>
            <a:fld id="{51BBB211-08A3-48B4-B867-4BA29CB437A2}" type="datetimeFigureOut">
              <a:rPr lang="en-GB" smtClean="0"/>
              <a:t>20/01/2025</a:t>
            </a:fld>
            <a:endParaRPr lang="en-GB"/>
          </a:p>
        </p:txBody>
      </p:sp>
      <p:sp>
        <p:nvSpPr>
          <p:cNvPr id="5" name="Footer Placeholder 4">
            <a:extLst>
              <a:ext uri="{FF2B5EF4-FFF2-40B4-BE49-F238E27FC236}">
                <a16:creationId xmlns:a16="http://schemas.microsoft.com/office/drawing/2014/main" id="{83A58EB7-B215-4372-D474-5B61A29EBDD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E2B4FB5-A70C-EE53-CC81-4A125E83FB65}"/>
              </a:ext>
            </a:extLst>
          </p:cNvPr>
          <p:cNvSpPr>
            <a:spLocks noGrp="1"/>
          </p:cNvSpPr>
          <p:nvPr>
            <p:ph type="sldNum" sz="quarter" idx="12"/>
          </p:nvPr>
        </p:nvSpPr>
        <p:spPr/>
        <p:txBody>
          <a:bodyPr/>
          <a:lstStyle/>
          <a:p>
            <a:fld id="{52BF7141-1DDB-4711-BDB7-1CF54FF4798B}" type="slidenum">
              <a:rPr lang="en-GB" smtClean="0"/>
              <a:t>‹#›</a:t>
            </a:fld>
            <a:endParaRPr lang="en-GB"/>
          </a:p>
        </p:txBody>
      </p:sp>
    </p:spTree>
    <p:extLst>
      <p:ext uri="{BB962C8B-B14F-4D97-AF65-F5344CB8AC3E}">
        <p14:creationId xmlns:p14="http://schemas.microsoft.com/office/powerpoint/2010/main" val="41411457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57BCA-DC39-2D62-A66C-617B635F9A0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3C6B35E-5DD6-CF9B-B342-86A6AEDCE2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5D8CFAA-F827-DBD3-03F4-662C4FE8831F}"/>
              </a:ext>
            </a:extLst>
          </p:cNvPr>
          <p:cNvSpPr>
            <a:spLocks noGrp="1"/>
          </p:cNvSpPr>
          <p:nvPr>
            <p:ph type="dt" sz="half" idx="10"/>
          </p:nvPr>
        </p:nvSpPr>
        <p:spPr/>
        <p:txBody>
          <a:bodyPr/>
          <a:lstStyle/>
          <a:p>
            <a:fld id="{51BBB211-08A3-48B4-B867-4BA29CB437A2}" type="datetimeFigureOut">
              <a:rPr lang="en-GB" smtClean="0"/>
              <a:t>20/01/2025</a:t>
            </a:fld>
            <a:endParaRPr lang="en-GB"/>
          </a:p>
        </p:txBody>
      </p:sp>
      <p:sp>
        <p:nvSpPr>
          <p:cNvPr id="5" name="Footer Placeholder 4">
            <a:extLst>
              <a:ext uri="{FF2B5EF4-FFF2-40B4-BE49-F238E27FC236}">
                <a16:creationId xmlns:a16="http://schemas.microsoft.com/office/drawing/2014/main" id="{08CC3212-053C-667A-2833-AC02E736FFB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F805453-A60A-A2F9-732D-259FB3EFBF46}"/>
              </a:ext>
            </a:extLst>
          </p:cNvPr>
          <p:cNvSpPr>
            <a:spLocks noGrp="1"/>
          </p:cNvSpPr>
          <p:nvPr>
            <p:ph type="sldNum" sz="quarter" idx="12"/>
          </p:nvPr>
        </p:nvSpPr>
        <p:spPr/>
        <p:txBody>
          <a:bodyPr/>
          <a:lstStyle/>
          <a:p>
            <a:fld id="{52BF7141-1DDB-4711-BDB7-1CF54FF4798B}" type="slidenum">
              <a:rPr lang="en-GB" smtClean="0"/>
              <a:t>‹#›</a:t>
            </a:fld>
            <a:endParaRPr lang="en-GB"/>
          </a:p>
        </p:txBody>
      </p:sp>
    </p:spTree>
    <p:extLst>
      <p:ext uri="{BB962C8B-B14F-4D97-AF65-F5344CB8AC3E}">
        <p14:creationId xmlns:p14="http://schemas.microsoft.com/office/powerpoint/2010/main" val="3904841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81370-96AA-33E4-78FD-CAAB69FED43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B46BB38B-73F9-2508-C7AF-07330518193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3DD0F12-ABCB-71D8-1666-4B98D7C242F2}"/>
              </a:ext>
            </a:extLst>
          </p:cNvPr>
          <p:cNvSpPr>
            <a:spLocks noGrp="1"/>
          </p:cNvSpPr>
          <p:nvPr>
            <p:ph type="dt" sz="half" idx="10"/>
          </p:nvPr>
        </p:nvSpPr>
        <p:spPr/>
        <p:txBody>
          <a:bodyPr/>
          <a:lstStyle/>
          <a:p>
            <a:fld id="{51BBB211-08A3-48B4-B867-4BA29CB437A2}" type="datetimeFigureOut">
              <a:rPr lang="en-GB" smtClean="0"/>
              <a:t>20/01/2025</a:t>
            </a:fld>
            <a:endParaRPr lang="en-GB"/>
          </a:p>
        </p:txBody>
      </p:sp>
      <p:sp>
        <p:nvSpPr>
          <p:cNvPr id="5" name="Footer Placeholder 4">
            <a:extLst>
              <a:ext uri="{FF2B5EF4-FFF2-40B4-BE49-F238E27FC236}">
                <a16:creationId xmlns:a16="http://schemas.microsoft.com/office/drawing/2014/main" id="{476E8D19-70E6-E0EC-2281-BFB3420C0F5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1CF815A-3328-561B-03C9-F0718A3BC7E7}"/>
              </a:ext>
            </a:extLst>
          </p:cNvPr>
          <p:cNvSpPr>
            <a:spLocks noGrp="1"/>
          </p:cNvSpPr>
          <p:nvPr>
            <p:ph type="sldNum" sz="quarter" idx="12"/>
          </p:nvPr>
        </p:nvSpPr>
        <p:spPr/>
        <p:txBody>
          <a:bodyPr/>
          <a:lstStyle/>
          <a:p>
            <a:fld id="{52BF7141-1DDB-4711-BDB7-1CF54FF4798B}" type="slidenum">
              <a:rPr lang="en-GB" smtClean="0"/>
              <a:t>‹#›</a:t>
            </a:fld>
            <a:endParaRPr lang="en-GB"/>
          </a:p>
        </p:txBody>
      </p:sp>
    </p:spTree>
    <p:extLst>
      <p:ext uri="{BB962C8B-B14F-4D97-AF65-F5344CB8AC3E}">
        <p14:creationId xmlns:p14="http://schemas.microsoft.com/office/powerpoint/2010/main" val="22465478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F96A7-3FB3-31FF-BDA2-564FB2B78BA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CDF1B22-6208-60D3-13C5-30FCAF7CD5C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E5A3948-7FA7-0A40-8C12-73BD71BCF5C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7E1821B1-A8DA-A90B-91C4-5CE54EAAED49}"/>
              </a:ext>
            </a:extLst>
          </p:cNvPr>
          <p:cNvSpPr>
            <a:spLocks noGrp="1"/>
          </p:cNvSpPr>
          <p:nvPr>
            <p:ph type="dt" sz="half" idx="10"/>
          </p:nvPr>
        </p:nvSpPr>
        <p:spPr/>
        <p:txBody>
          <a:bodyPr/>
          <a:lstStyle/>
          <a:p>
            <a:fld id="{51BBB211-08A3-48B4-B867-4BA29CB437A2}" type="datetimeFigureOut">
              <a:rPr lang="en-GB" smtClean="0"/>
              <a:t>20/01/2025</a:t>
            </a:fld>
            <a:endParaRPr lang="en-GB"/>
          </a:p>
        </p:txBody>
      </p:sp>
      <p:sp>
        <p:nvSpPr>
          <p:cNvPr id="6" name="Footer Placeholder 5">
            <a:extLst>
              <a:ext uri="{FF2B5EF4-FFF2-40B4-BE49-F238E27FC236}">
                <a16:creationId xmlns:a16="http://schemas.microsoft.com/office/drawing/2014/main" id="{09128F95-BFFD-ABC8-DA5C-716A684F6EB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1E53212-84B4-F54A-DDCB-6116DE6E17F5}"/>
              </a:ext>
            </a:extLst>
          </p:cNvPr>
          <p:cNvSpPr>
            <a:spLocks noGrp="1"/>
          </p:cNvSpPr>
          <p:nvPr>
            <p:ph type="sldNum" sz="quarter" idx="12"/>
          </p:nvPr>
        </p:nvSpPr>
        <p:spPr/>
        <p:txBody>
          <a:bodyPr/>
          <a:lstStyle/>
          <a:p>
            <a:fld id="{52BF7141-1DDB-4711-BDB7-1CF54FF4798B}" type="slidenum">
              <a:rPr lang="en-GB" smtClean="0"/>
              <a:t>‹#›</a:t>
            </a:fld>
            <a:endParaRPr lang="en-GB"/>
          </a:p>
        </p:txBody>
      </p:sp>
    </p:spTree>
    <p:extLst>
      <p:ext uri="{BB962C8B-B14F-4D97-AF65-F5344CB8AC3E}">
        <p14:creationId xmlns:p14="http://schemas.microsoft.com/office/powerpoint/2010/main" val="4246982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7DF38-F7FB-0D47-2537-8CB6B0EBDD0C}"/>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C46CC21-C600-D2EF-4297-DBFCED4F90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7630F5E-F6C6-596D-6C6D-E07ADB0FD8F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66CC649-61EA-5E50-6016-D89D41C4A5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7C3EA9-E6C3-20A8-B5C2-D0D59E3C45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7C4719D0-89F3-4F73-0F36-992C104593D5}"/>
              </a:ext>
            </a:extLst>
          </p:cNvPr>
          <p:cNvSpPr>
            <a:spLocks noGrp="1"/>
          </p:cNvSpPr>
          <p:nvPr>
            <p:ph type="dt" sz="half" idx="10"/>
          </p:nvPr>
        </p:nvSpPr>
        <p:spPr/>
        <p:txBody>
          <a:bodyPr/>
          <a:lstStyle/>
          <a:p>
            <a:fld id="{51BBB211-08A3-48B4-B867-4BA29CB437A2}" type="datetimeFigureOut">
              <a:rPr lang="en-GB" smtClean="0"/>
              <a:t>20/01/2025</a:t>
            </a:fld>
            <a:endParaRPr lang="en-GB"/>
          </a:p>
        </p:txBody>
      </p:sp>
      <p:sp>
        <p:nvSpPr>
          <p:cNvPr id="8" name="Footer Placeholder 7">
            <a:extLst>
              <a:ext uri="{FF2B5EF4-FFF2-40B4-BE49-F238E27FC236}">
                <a16:creationId xmlns:a16="http://schemas.microsoft.com/office/drawing/2014/main" id="{D8197D63-EAA8-941F-81EB-D6AD1098F372}"/>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F53C23D-820A-BCAA-4BC6-629FB3D62DFF}"/>
              </a:ext>
            </a:extLst>
          </p:cNvPr>
          <p:cNvSpPr>
            <a:spLocks noGrp="1"/>
          </p:cNvSpPr>
          <p:nvPr>
            <p:ph type="sldNum" sz="quarter" idx="12"/>
          </p:nvPr>
        </p:nvSpPr>
        <p:spPr/>
        <p:txBody>
          <a:bodyPr/>
          <a:lstStyle/>
          <a:p>
            <a:fld id="{52BF7141-1DDB-4711-BDB7-1CF54FF4798B}" type="slidenum">
              <a:rPr lang="en-GB" smtClean="0"/>
              <a:t>‹#›</a:t>
            </a:fld>
            <a:endParaRPr lang="en-GB"/>
          </a:p>
        </p:txBody>
      </p:sp>
    </p:spTree>
    <p:extLst>
      <p:ext uri="{BB962C8B-B14F-4D97-AF65-F5344CB8AC3E}">
        <p14:creationId xmlns:p14="http://schemas.microsoft.com/office/powerpoint/2010/main" val="16457747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E1F6F-E98E-47DA-D23D-9175164A0AC6}"/>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9734AF3A-9FA0-3BEF-4469-00DA7AE48058}"/>
              </a:ext>
            </a:extLst>
          </p:cNvPr>
          <p:cNvSpPr>
            <a:spLocks noGrp="1"/>
          </p:cNvSpPr>
          <p:nvPr>
            <p:ph type="dt" sz="half" idx="10"/>
          </p:nvPr>
        </p:nvSpPr>
        <p:spPr/>
        <p:txBody>
          <a:bodyPr/>
          <a:lstStyle/>
          <a:p>
            <a:fld id="{51BBB211-08A3-48B4-B867-4BA29CB437A2}" type="datetimeFigureOut">
              <a:rPr lang="en-GB" smtClean="0"/>
              <a:t>20/01/2025</a:t>
            </a:fld>
            <a:endParaRPr lang="en-GB"/>
          </a:p>
        </p:txBody>
      </p:sp>
      <p:sp>
        <p:nvSpPr>
          <p:cNvPr id="4" name="Footer Placeholder 3">
            <a:extLst>
              <a:ext uri="{FF2B5EF4-FFF2-40B4-BE49-F238E27FC236}">
                <a16:creationId xmlns:a16="http://schemas.microsoft.com/office/drawing/2014/main" id="{7739143F-88E8-8A86-7D69-ED59AB0AC552}"/>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B1496745-A74B-8C0D-35D2-99EF6B9F5076}"/>
              </a:ext>
            </a:extLst>
          </p:cNvPr>
          <p:cNvSpPr>
            <a:spLocks noGrp="1"/>
          </p:cNvSpPr>
          <p:nvPr>
            <p:ph type="sldNum" sz="quarter" idx="12"/>
          </p:nvPr>
        </p:nvSpPr>
        <p:spPr/>
        <p:txBody>
          <a:bodyPr/>
          <a:lstStyle/>
          <a:p>
            <a:fld id="{52BF7141-1DDB-4711-BDB7-1CF54FF4798B}" type="slidenum">
              <a:rPr lang="en-GB" smtClean="0"/>
              <a:t>‹#›</a:t>
            </a:fld>
            <a:endParaRPr lang="en-GB"/>
          </a:p>
        </p:txBody>
      </p:sp>
    </p:spTree>
    <p:extLst>
      <p:ext uri="{BB962C8B-B14F-4D97-AF65-F5344CB8AC3E}">
        <p14:creationId xmlns:p14="http://schemas.microsoft.com/office/powerpoint/2010/main" val="14854500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A64AA9-0D49-999A-6EDD-1AD9EA67BD6D}"/>
              </a:ext>
            </a:extLst>
          </p:cNvPr>
          <p:cNvSpPr>
            <a:spLocks noGrp="1"/>
          </p:cNvSpPr>
          <p:nvPr>
            <p:ph type="dt" sz="half" idx="10"/>
          </p:nvPr>
        </p:nvSpPr>
        <p:spPr/>
        <p:txBody>
          <a:bodyPr/>
          <a:lstStyle/>
          <a:p>
            <a:fld id="{51BBB211-08A3-48B4-B867-4BA29CB437A2}" type="datetimeFigureOut">
              <a:rPr lang="en-GB" smtClean="0"/>
              <a:t>20/01/2025</a:t>
            </a:fld>
            <a:endParaRPr lang="en-GB"/>
          </a:p>
        </p:txBody>
      </p:sp>
      <p:sp>
        <p:nvSpPr>
          <p:cNvPr id="3" name="Footer Placeholder 2">
            <a:extLst>
              <a:ext uri="{FF2B5EF4-FFF2-40B4-BE49-F238E27FC236}">
                <a16:creationId xmlns:a16="http://schemas.microsoft.com/office/drawing/2014/main" id="{5B4617B7-376C-8C9E-CDAA-CDF85275E45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DBB5A88-5B2C-F9F3-3474-2FF7ABFD3C4A}"/>
              </a:ext>
            </a:extLst>
          </p:cNvPr>
          <p:cNvSpPr>
            <a:spLocks noGrp="1"/>
          </p:cNvSpPr>
          <p:nvPr>
            <p:ph type="sldNum" sz="quarter" idx="12"/>
          </p:nvPr>
        </p:nvSpPr>
        <p:spPr/>
        <p:txBody>
          <a:bodyPr/>
          <a:lstStyle/>
          <a:p>
            <a:fld id="{52BF7141-1DDB-4711-BDB7-1CF54FF4798B}" type="slidenum">
              <a:rPr lang="en-GB" smtClean="0"/>
              <a:t>‹#›</a:t>
            </a:fld>
            <a:endParaRPr lang="en-GB"/>
          </a:p>
        </p:txBody>
      </p:sp>
    </p:spTree>
    <p:extLst>
      <p:ext uri="{BB962C8B-B14F-4D97-AF65-F5344CB8AC3E}">
        <p14:creationId xmlns:p14="http://schemas.microsoft.com/office/powerpoint/2010/main" val="29015538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A72F5-A0C6-D51A-E8BF-6C4DD2B0DD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068CFD0-FD15-AA67-5382-E497F83E73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07E08537-6F39-1AEE-A248-14BEBC17E7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37CA3C-D80E-8B69-23FB-ACAA2F1319E1}"/>
              </a:ext>
            </a:extLst>
          </p:cNvPr>
          <p:cNvSpPr>
            <a:spLocks noGrp="1"/>
          </p:cNvSpPr>
          <p:nvPr>
            <p:ph type="dt" sz="half" idx="10"/>
          </p:nvPr>
        </p:nvSpPr>
        <p:spPr/>
        <p:txBody>
          <a:bodyPr/>
          <a:lstStyle/>
          <a:p>
            <a:fld id="{51BBB211-08A3-48B4-B867-4BA29CB437A2}" type="datetimeFigureOut">
              <a:rPr lang="en-GB" smtClean="0"/>
              <a:t>20/01/2025</a:t>
            </a:fld>
            <a:endParaRPr lang="en-GB"/>
          </a:p>
        </p:txBody>
      </p:sp>
      <p:sp>
        <p:nvSpPr>
          <p:cNvPr id="6" name="Footer Placeholder 5">
            <a:extLst>
              <a:ext uri="{FF2B5EF4-FFF2-40B4-BE49-F238E27FC236}">
                <a16:creationId xmlns:a16="http://schemas.microsoft.com/office/drawing/2014/main" id="{37020160-F43A-786A-D18E-D52D372187B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48048C2-E8D6-8C83-7212-C0DAD5984EE4}"/>
              </a:ext>
            </a:extLst>
          </p:cNvPr>
          <p:cNvSpPr>
            <a:spLocks noGrp="1"/>
          </p:cNvSpPr>
          <p:nvPr>
            <p:ph type="sldNum" sz="quarter" idx="12"/>
          </p:nvPr>
        </p:nvSpPr>
        <p:spPr/>
        <p:txBody>
          <a:bodyPr/>
          <a:lstStyle/>
          <a:p>
            <a:fld id="{52BF7141-1DDB-4711-BDB7-1CF54FF4798B}" type="slidenum">
              <a:rPr lang="en-GB" smtClean="0"/>
              <a:t>‹#›</a:t>
            </a:fld>
            <a:endParaRPr lang="en-GB"/>
          </a:p>
        </p:txBody>
      </p:sp>
    </p:spTree>
    <p:extLst>
      <p:ext uri="{BB962C8B-B14F-4D97-AF65-F5344CB8AC3E}">
        <p14:creationId xmlns:p14="http://schemas.microsoft.com/office/powerpoint/2010/main" val="14461574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0D36A-3018-A7DA-3071-FC0EF41D0A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56A39113-55D2-072D-0591-87A59A1E01A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A5EADD80-657E-3472-F074-C8436B2F09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DD1960-6954-56DC-C310-CE6537B74087}"/>
              </a:ext>
            </a:extLst>
          </p:cNvPr>
          <p:cNvSpPr>
            <a:spLocks noGrp="1"/>
          </p:cNvSpPr>
          <p:nvPr>
            <p:ph type="dt" sz="half" idx="10"/>
          </p:nvPr>
        </p:nvSpPr>
        <p:spPr/>
        <p:txBody>
          <a:bodyPr/>
          <a:lstStyle/>
          <a:p>
            <a:fld id="{51BBB211-08A3-48B4-B867-4BA29CB437A2}" type="datetimeFigureOut">
              <a:rPr lang="en-GB" smtClean="0"/>
              <a:t>20/01/2025</a:t>
            </a:fld>
            <a:endParaRPr lang="en-GB"/>
          </a:p>
        </p:txBody>
      </p:sp>
      <p:sp>
        <p:nvSpPr>
          <p:cNvPr id="6" name="Footer Placeholder 5">
            <a:extLst>
              <a:ext uri="{FF2B5EF4-FFF2-40B4-BE49-F238E27FC236}">
                <a16:creationId xmlns:a16="http://schemas.microsoft.com/office/drawing/2014/main" id="{499CAF16-C817-EDBC-9AAA-24BC4F5D0A4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43345F3-7108-1251-0E81-D79DB13F5258}"/>
              </a:ext>
            </a:extLst>
          </p:cNvPr>
          <p:cNvSpPr>
            <a:spLocks noGrp="1"/>
          </p:cNvSpPr>
          <p:nvPr>
            <p:ph type="sldNum" sz="quarter" idx="12"/>
          </p:nvPr>
        </p:nvSpPr>
        <p:spPr/>
        <p:txBody>
          <a:bodyPr/>
          <a:lstStyle/>
          <a:p>
            <a:fld id="{52BF7141-1DDB-4711-BDB7-1CF54FF4798B}" type="slidenum">
              <a:rPr lang="en-GB" smtClean="0"/>
              <a:t>‹#›</a:t>
            </a:fld>
            <a:endParaRPr lang="en-GB"/>
          </a:p>
        </p:txBody>
      </p:sp>
    </p:spTree>
    <p:extLst>
      <p:ext uri="{BB962C8B-B14F-4D97-AF65-F5344CB8AC3E}">
        <p14:creationId xmlns:p14="http://schemas.microsoft.com/office/powerpoint/2010/main" val="34923569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1F3A0-AFD0-30D0-E918-2D9625CA3E05}"/>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3DDA187-E853-7DE0-9C9E-0F4095286E9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3045480-8870-7433-12CD-95EEF8D88916}"/>
              </a:ext>
            </a:extLst>
          </p:cNvPr>
          <p:cNvSpPr>
            <a:spLocks noGrp="1"/>
          </p:cNvSpPr>
          <p:nvPr>
            <p:ph type="dt" sz="half" idx="10"/>
          </p:nvPr>
        </p:nvSpPr>
        <p:spPr/>
        <p:txBody>
          <a:bodyPr/>
          <a:lstStyle/>
          <a:p>
            <a:fld id="{51BBB211-08A3-48B4-B867-4BA29CB437A2}" type="datetimeFigureOut">
              <a:rPr lang="en-GB" smtClean="0"/>
              <a:t>20/01/2025</a:t>
            </a:fld>
            <a:endParaRPr lang="en-GB"/>
          </a:p>
        </p:txBody>
      </p:sp>
      <p:sp>
        <p:nvSpPr>
          <p:cNvPr id="5" name="Footer Placeholder 4">
            <a:extLst>
              <a:ext uri="{FF2B5EF4-FFF2-40B4-BE49-F238E27FC236}">
                <a16:creationId xmlns:a16="http://schemas.microsoft.com/office/drawing/2014/main" id="{B4F5FCA8-684C-F739-BC08-98E755BE107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3E338E0-3B06-59C2-40AE-57986128B6F8}"/>
              </a:ext>
            </a:extLst>
          </p:cNvPr>
          <p:cNvSpPr>
            <a:spLocks noGrp="1"/>
          </p:cNvSpPr>
          <p:nvPr>
            <p:ph type="sldNum" sz="quarter" idx="12"/>
          </p:nvPr>
        </p:nvSpPr>
        <p:spPr/>
        <p:txBody>
          <a:bodyPr/>
          <a:lstStyle/>
          <a:p>
            <a:fld id="{52BF7141-1DDB-4711-BDB7-1CF54FF4798B}" type="slidenum">
              <a:rPr lang="en-GB" smtClean="0"/>
              <a:t>‹#›</a:t>
            </a:fld>
            <a:endParaRPr lang="en-GB"/>
          </a:p>
        </p:txBody>
      </p:sp>
    </p:spTree>
    <p:extLst>
      <p:ext uri="{BB962C8B-B14F-4D97-AF65-F5344CB8AC3E}">
        <p14:creationId xmlns:p14="http://schemas.microsoft.com/office/powerpoint/2010/main" val="5492109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33218B-3244-BAE7-7423-97B41129925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B5AEDAE-7160-BF86-5AB0-17C3F1642F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2F94444-FEE1-B6E5-7A60-D8BB44E3A63C}"/>
              </a:ext>
            </a:extLst>
          </p:cNvPr>
          <p:cNvSpPr>
            <a:spLocks noGrp="1"/>
          </p:cNvSpPr>
          <p:nvPr>
            <p:ph type="dt" sz="half" idx="10"/>
          </p:nvPr>
        </p:nvSpPr>
        <p:spPr/>
        <p:txBody>
          <a:bodyPr/>
          <a:lstStyle/>
          <a:p>
            <a:fld id="{51BBB211-08A3-48B4-B867-4BA29CB437A2}" type="datetimeFigureOut">
              <a:rPr lang="en-GB" smtClean="0"/>
              <a:t>20/01/2025</a:t>
            </a:fld>
            <a:endParaRPr lang="en-GB"/>
          </a:p>
        </p:txBody>
      </p:sp>
      <p:sp>
        <p:nvSpPr>
          <p:cNvPr id="5" name="Footer Placeholder 4">
            <a:extLst>
              <a:ext uri="{FF2B5EF4-FFF2-40B4-BE49-F238E27FC236}">
                <a16:creationId xmlns:a16="http://schemas.microsoft.com/office/drawing/2014/main" id="{A2F80AE1-304C-928C-CB5E-573A09897DF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0A421EF-89C9-1B26-7648-3256CA48A19C}"/>
              </a:ext>
            </a:extLst>
          </p:cNvPr>
          <p:cNvSpPr>
            <a:spLocks noGrp="1"/>
          </p:cNvSpPr>
          <p:nvPr>
            <p:ph type="sldNum" sz="quarter" idx="12"/>
          </p:nvPr>
        </p:nvSpPr>
        <p:spPr/>
        <p:txBody>
          <a:bodyPr/>
          <a:lstStyle/>
          <a:p>
            <a:fld id="{52BF7141-1DDB-4711-BDB7-1CF54FF4798B}" type="slidenum">
              <a:rPr lang="en-GB" smtClean="0"/>
              <a:t>‹#›</a:t>
            </a:fld>
            <a:endParaRPr lang="en-GB"/>
          </a:p>
        </p:txBody>
      </p:sp>
    </p:spTree>
    <p:extLst>
      <p:ext uri="{BB962C8B-B14F-4D97-AF65-F5344CB8AC3E}">
        <p14:creationId xmlns:p14="http://schemas.microsoft.com/office/powerpoint/2010/main" val="16711888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C920C5-C749-EA4D-63EF-6343129E2E9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23B2591-032F-077A-3955-FE1C60E9E7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CE60540-21FD-3996-AD51-5B0DCE9846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1BBB211-08A3-48B4-B867-4BA29CB437A2}" type="datetimeFigureOut">
              <a:rPr lang="en-GB" smtClean="0"/>
              <a:t>20/01/2025</a:t>
            </a:fld>
            <a:endParaRPr lang="en-GB"/>
          </a:p>
        </p:txBody>
      </p:sp>
      <p:sp>
        <p:nvSpPr>
          <p:cNvPr id="5" name="Footer Placeholder 4">
            <a:extLst>
              <a:ext uri="{FF2B5EF4-FFF2-40B4-BE49-F238E27FC236}">
                <a16:creationId xmlns:a16="http://schemas.microsoft.com/office/drawing/2014/main" id="{543A974C-9C2F-A715-8665-AA9BAE237C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7AC1C586-2B1B-E7D8-C68C-A50AC8B1D7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2BF7141-1DDB-4711-BDB7-1CF54FF4798B}" type="slidenum">
              <a:rPr lang="en-GB" smtClean="0"/>
              <a:t>‹#›</a:t>
            </a:fld>
            <a:endParaRPr lang="en-GB"/>
          </a:p>
        </p:txBody>
      </p:sp>
    </p:spTree>
    <p:extLst>
      <p:ext uri="{BB962C8B-B14F-4D97-AF65-F5344CB8AC3E}">
        <p14:creationId xmlns:p14="http://schemas.microsoft.com/office/powerpoint/2010/main" val="4861195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researchgate.net/publication/336251012_Software_Engineering_A_Practitioner's_Approach_9th_Edition" TargetMode="External"/><Relationship Id="rId2" Type="http://schemas.openxmlformats.org/officeDocument/2006/relationships/hyperlink" Target="https://www.pearson.com/nl/en_NL/higher-education/subject-catalogue/information-systems/Laudon-management-information-systems-digital-firm-16e.html" TargetMode="Externa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hyperlink" Target="https://redline.digital/saas-industry-statistic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F93FF99-08E4-1A5E-8368-0DDAE92A925E}"/>
              </a:ext>
            </a:extLst>
          </p:cNvPr>
          <p:cNvSpPr/>
          <p:nvPr/>
        </p:nvSpPr>
        <p:spPr>
          <a:xfrm>
            <a:off x="117987" y="78659"/>
            <a:ext cx="11956026" cy="1219200"/>
          </a:xfrm>
          <a:prstGeom prst="rect">
            <a:avLst/>
          </a:prstGeom>
        </p:spPr>
        <p:style>
          <a:lnRef idx="0">
            <a:schemeClr val="dk1"/>
          </a:lnRef>
          <a:fillRef idx="3">
            <a:schemeClr val="dk1"/>
          </a:fillRef>
          <a:effectRef idx="3">
            <a:schemeClr val="dk1"/>
          </a:effectRef>
          <a:fontRef idx="minor">
            <a:schemeClr val="lt1"/>
          </a:fontRef>
        </p:style>
        <p:txBody>
          <a:bodyPr rtlCol="0" anchor="ctr"/>
          <a:lstStyle/>
          <a:p>
            <a:pPr algn="ctr"/>
            <a:r>
              <a:rPr lang="en-GB" b="1" dirty="0">
                <a:ln w="0"/>
                <a:gradFill>
                  <a:gsLst>
                    <a:gs pos="21000">
                      <a:srgbClr val="53575C"/>
                    </a:gs>
                    <a:gs pos="88000">
                      <a:srgbClr val="C5C7CA"/>
                    </a:gs>
                  </a:gsLst>
                  <a:lin ang="5400000"/>
                </a:gradFill>
              </a:rPr>
              <a:t>The distinction between Software products, Information systems and Services</a:t>
            </a:r>
          </a:p>
          <a:p>
            <a:pPr algn="ctr"/>
            <a:endParaRPr lang="en-GB" sz="1600" dirty="0">
              <a:ln w="0"/>
              <a:gradFill>
                <a:gsLst>
                  <a:gs pos="21000">
                    <a:srgbClr val="53575C"/>
                  </a:gs>
                  <a:gs pos="88000">
                    <a:srgbClr val="C5C7CA"/>
                  </a:gs>
                </a:gsLst>
                <a:lin ang="5400000"/>
              </a:gradFill>
            </a:endParaRPr>
          </a:p>
          <a:p>
            <a:r>
              <a:rPr lang="en-GB" sz="1400" i="1" dirty="0">
                <a:ln w="0"/>
                <a:gradFill>
                  <a:gsLst>
                    <a:gs pos="21000">
                      <a:srgbClr val="53575C"/>
                    </a:gs>
                    <a:gs pos="88000">
                      <a:srgbClr val="C5C7CA"/>
                    </a:gs>
                  </a:gsLst>
                  <a:lin ang="5400000"/>
                </a:gradFill>
              </a:rPr>
              <a:t>Students: Muhammod Belal Uddin (23032697) </a:t>
            </a:r>
            <a:r>
              <a:rPr lang="en-GB" sz="1400" i="1" dirty="0" err="1">
                <a:ln w="0"/>
                <a:gradFill>
                  <a:gsLst>
                    <a:gs pos="21000">
                      <a:srgbClr val="53575C"/>
                    </a:gs>
                    <a:gs pos="88000">
                      <a:srgbClr val="C5C7CA"/>
                    </a:gs>
                  </a:gsLst>
                  <a:lin ang="5400000"/>
                </a:gradFill>
              </a:rPr>
              <a:t>Mohammud</a:t>
            </a:r>
            <a:r>
              <a:rPr lang="en-GB" sz="1400" i="1" dirty="0">
                <a:ln w="0"/>
                <a:gradFill>
                  <a:gsLst>
                    <a:gs pos="21000">
                      <a:srgbClr val="53575C"/>
                    </a:gs>
                    <a:gs pos="88000">
                      <a:srgbClr val="C5C7CA"/>
                    </a:gs>
                  </a:gsLst>
                  <a:lin ang="5400000"/>
                </a:gradFill>
              </a:rPr>
              <a:t> Jama (23026669) </a:t>
            </a:r>
            <a:r>
              <a:rPr lang="en-GB" sz="1400" i="1" dirty="0" err="1">
                <a:ln w="0"/>
                <a:gradFill>
                  <a:gsLst>
                    <a:gs pos="21000">
                      <a:srgbClr val="53575C"/>
                    </a:gs>
                    <a:gs pos="88000">
                      <a:srgbClr val="C5C7CA"/>
                    </a:gs>
                  </a:gsLst>
                  <a:lin ang="5400000"/>
                </a:gradFill>
              </a:rPr>
              <a:t>Sadique</a:t>
            </a:r>
            <a:r>
              <a:rPr lang="en-GB" sz="1400" i="1" dirty="0">
                <a:ln w="0"/>
                <a:gradFill>
                  <a:gsLst>
                    <a:gs pos="21000">
                      <a:srgbClr val="53575C"/>
                    </a:gs>
                    <a:gs pos="88000">
                      <a:srgbClr val="C5C7CA"/>
                    </a:gs>
                  </a:gsLst>
                  <a:lin ang="5400000"/>
                </a:gradFill>
              </a:rPr>
              <a:t>-Ur Rahman (23032308) </a:t>
            </a:r>
            <a:r>
              <a:rPr lang="en-GB" sz="1400" i="1" dirty="0" err="1">
                <a:ln w="0"/>
                <a:gradFill>
                  <a:gsLst>
                    <a:gs pos="21000">
                      <a:srgbClr val="53575C"/>
                    </a:gs>
                    <a:gs pos="88000">
                      <a:srgbClr val="C5C7CA"/>
                    </a:gs>
                  </a:gsLst>
                  <a:lin ang="5400000"/>
                </a:gradFill>
              </a:rPr>
              <a:t>Jobayer</a:t>
            </a:r>
            <a:r>
              <a:rPr lang="en-GB" sz="1400" i="1" dirty="0">
                <a:ln w="0"/>
                <a:gradFill>
                  <a:gsLst>
                    <a:gs pos="21000">
                      <a:srgbClr val="53575C"/>
                    </a:gs>
                    <a:gs pos="88000">
                      <a:srgbClr val="C5C7CA"/>
                    </a:gs>
                  </a:gsLst>
                  <a:lin ang="5400000"/>
                </a:gradFill>
              </a:rPr>
              <a:t> Rahman Chowdhury- 22036277</a:t>
            </a:r>
          </a:p>
          <a:p>
            <a:pPr algn="ctr"/>
            <a:r>
              <a:rPr lang="en-GB" sz="1400" i="1" dirty="0">
                <a:ln w="0"/>
                <a:gradFill>
                  <a:gsLst>
                    <a:gs pos="21000">
                      <a:srgbClr val="53575C"/>
                    </a:gs>
                    <a:gs pos="88000">
                      <a:srgbClr val="C5C7CA"/>
                    </a:gs>
                  </a:gsLst>
                  <a:lin ang="5400000"/>
                </a:gradFill>
              </a:rPr>
              <a:t>CS5002 Software Engineering</a:t>
            </a:r>
          </a:p>
        </p:txBody>
      </p:sp>
      <p:sp>
        <p:nvSpPr>
          <p:cNvPr id="5" name="Rectangle 4">
            <a:extLst>
              <a:ext uri="{FF2B5EF4-FFF2-40B4-BE49-F238E27FC236}">
                <a16:creationId xmlns:a16="http://schemas.microsoft.com/office/drawing/2014/main" id="{A4D30407-B50A-553E-48BE-93BBA2730315}"/>
              </a:ext>
            </a:extLst>
          </p:cNvPr>
          <p:cNvSpPr/>
          <p:nvPr/>
        </p:nvSpPr>
        <p:spPr>
          <a:xfrm>
            <a:off x="117987" y="1415845"/>
            <a:ext cx="4109884" cy="2310580"/>
          </a:xfrm>
          <a:prstGeom prst="rect">
            <a:avLst/>
          </a:prstGeom>
          <a:ln/>
        </p:spPr>
        <p:style>
          <a:lnRef idx="1">
            <a:schemeClr val="dk1"/>
          </a:lnRef>
          <a:fillRef idx="2">
            <a:schemeClr val="dk1"/>
          </a:fillRef>
          <a:effectRef idx="1">
            <a:schemeClr val="dk1"/>
          </a:effectRef>
          <a:fontRef idx="minor">
            <a:schemeClr val="dk1"/>
          </a:fontRef>
        </p:style>
        <p:txBody>
          <a:bodyPr rtlCol="0" anchor="ctr"/>
          <a:lstStyle/>
          <a:p>
            <a:pPr algn="ctr"/>
            <a:endParaRPr lang="en-GB" sz="1100" dirty="0">
              <a:ln w="0"/>
              <a:gradFill>
                <a:gsLst>
                  <a:gs pos="21000">
                    <a:srgbClr val="53575C"/>
                  </a:gs>
                  <a:gs pos="88000">
                    <a:srgbClr val="C5C7CA"/>
                  </a:gs>
                </a:gsLst>
                <a:lin ang="5400000"/>
              </a:gradFill>
            </a:endParaRPr>
          </a:p>
          <a:p>
            <a:pPr algn="ctr"/>
            <a:endParaRPr lang="en-GB" sz="1100" dirty="0">
              <a:ln w="0"/>
              <a:gradFill>
                <a:gsLst>
                  <a:gs pos="21000">
                    <a:srgbClr val="53575C"/>
                  </a:gs>
                  <a:gs pos="88000">
                    <a:srgbClr val="C5C7CA"/>
                  </a:gs>
                </a:gsLst>
                <a:lin ang="5400000"/>
              </a:gradFill>
            </a:endParaRPr>
          </a:p>
          <a:p>
            <a:pPr algn="ctr"/>
            <a:r>
              <a:rPr lang="en-GB" sz="1200" b="1" i="1" u="sng" dirty="0">
                <a:ln w="0"/>
                <a:solidFill>
                  <a:schemeClr val="tx1"/>
                </a:solidFill>
              </a:rPr>
              <a:t>Abstract</a:t>
            </a:r>
          </a:p>
          <a:p>
            <a:pPr algn="just"/>
            <a:r>
              <a:rPr lang="en-GB" sz="1100" dirty="0">
                <a:ln w="0"/>
                <a:solidFill>
                  <a:schemeClr val="tx1"/>
                </a:solidFill>
              </a:rPr>
              <a:t>Information systems serve as complete frameworks that combine software and procedures to manage organisational information, even if software products are standalone programs designed for specific reasons. Software services, often offered through subscription-based models, give users scalable and adaptable access to software capabilities. This study focusses on their contributions to organisational and technical innovation by analysing their definitions, characteristics, connections, and practical implementations</a:t>
            </a:r>
            <a:r>
              <a:rPr lang="en-GB" sz="1100" b="1" dirty="0">
                <a:ln w="0"/>
                <a:gradFill>
                  <a:gsLst>
                    <a:gs pos="21000">
                      <a:srgbClr val="53575C"/>
                    </a:gs>
                    <a:gs pos="88000">
                      <a:srgbClr val="C5C7CA"/>
                    </a:gs>
                  </a:gsLst>
                  <a:lin ang="5400000"/>
                </a:gradFill>
              </a:rPr>
              <a:t>.</a:t>
            </a:r>
          </a:p>
          <a:p>
            <a:pPr algn="ctr"/>
            <a:endParaRPr lang="en-GB" sz="1100" dirty="0">
              <a:ln w="0"/>
              <a:gradFill>
                <a:gsLst>
                  <a:gs pos="21000">
                    <a:srgbClr val="53575C"/>
                  </a:gs>
                  <a:gs pos="88000">
                    <a:srgbClr val="C5C7CA"/>
                  </a:gs>
                </a:gsLst>
                <a:lin ang="5400000"/>
              </a:gradFill>
            </a:endParaRPr>
          </a:p>
          <a:p>
            <a:pPr algn="ctr"/>
            <a:endParaRPr lang="en-GB" sz="1100" dirty="0">
              <a:ln w="0"/>
              <a:gradFill>
                <a:gsLst>
                  <a:gs pos="21000">
                    <a:srgbClr val="53575C"/>
                  </a:gs>
                  <a:gs pos="88000">
                    <a:srgbClr val="C5C7CA"/>
                  </a:gs>
                </a:gsLst>
                <a:lin ang="5400000"/>
              </a:gradFill>
            </a:endParaRPr>
          </a:p>
        </p:txBody>
      </p:sp>
      <p:sp>
        <p:nvSpPr>
          <p:cNvPr id="2" name="Rectangle 1">
            <a:extLst>
              <a:ext uri="{FF2B5EF4-FFF2-40B4-BE49-F238E27FC236}">
                <a16:creationId xmlns:a16="http://schemas.microsoft.com/office/drawing/2014/main" id="{55AD657D-BB3A-548C-DC81-3D4CFA68D120}"/>
              </a:ext>
            </a:extLst>
          </p:cNvPr>
          <p:cNvSpPr/>
          <p:nvPr/>
        </p:nvSpPr>
        <p:spPr>
          <a:xfrm>
            <a:off x="7964131" y="1415845"/>
            <a:ext cx="4011561" cy="5058696"/>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GB" sz="1000" b="1" i="1" u="sng" dirty="0">
                <a:solidFill>
                  <a:schemeClr val="tx1"/>
                </a:solidFill>
              </a:rPr>
              <a:t>Literature review</a:t>
            </a:r>
          </a:p>
          <a:p>
            <a:r>
              <a:rPr lang="en-GB" sz="1000" u="sng" dirty="0">
                <a:solidFill>
                  <a:schemeClr val="tx1"/>
                </a:solidFill>
              </a:rPr>
              <a:t>Information Systems</a:t>
            </a:r>
          </a:p>
          <a:p>
            <a:pPr algn="just"/>
            <a:r>
              <a:rPr lang="en-GB" sz="1000" dirty="0">
                <a:solidFill>
                  <a:schemeClr val="tx1"/>
                </a:solidFill>
              </a:rPr>
              <a:t>Information systems are defined as "a set of interrelated components working together to collect, process, and disseminate information for organizational decision-making" (Laudon &amp; Laudon, 2020). They are comprehensive frameworks that include hardware, software, data, people, and processes to support business operations and strategic goals. Examples include Enterprise Resource Planning (ERP) systems and Customer Relationship Management (CRM) systems, which integrate multiple components to streamline workflows and enhance decision-making.</a:t>
            </a:r>
          </a:p>
          <a:p>
            <a:pPr algn="just"/>
            <a:endParaRPr lang="en-GB" sz="1000" dirty="0">
              <a:solidFill>
                <a:schemeClr val="tx1"/>
              </a:solidFill>
            </a:endParaRPr>
          </a:p>
          <a:p>
            <a:pPr algn="just"/>
            <a:r>
              <a:rPr lang="en-GB" sz="1000" u="sng" dirty="0">
                <a:solidFill>
                  <a:schemeClr val="tx1"/>
                </a:solidFill>
              </a:rPr>
              <a:t>Software Products</a:t>
            </a:r>
          </a:p>
          <a:p>
            <a:pPr algn="just"/>
            <a:r>
              <a:rPr lang="en-GB" sz="1000" dirty="0">
                <a:solidFill>
                  <a:schemeClr val="tx1"/>
                </a:solidFill>
              </a:rPr>
              <a:t>Software products are standalone applications developed to address specific needs or perform tasks. Pressman (2019) defines software products as "commercial off-the-shelf (COTS) solutions designed for widespread use with fixed functionality." They are tangible, user-focused, and often distributed as installable packages or downloadable programs. Examples include Microsoft Office applications like Word and Excel, which provide predefined tools for productivity.</a:t>
            </a:r>
          </a:p>
          <a:p>
            <a:pPr algn="just"/>
            <a:endParaRPr lang="en-GB" sz="1000" dirty="0">
              <a:solidFill>
                <a:schemeClr val="tx1"/>
              </a:solidFill>
            </a:endParaRPr>
          </a:p>
          <a:p>
            <a:pPr algn="just"/>
            <a:r>
              <a:rPr lang="en-GB" sz="1000" u="sng" dirty="0">
                <a:solidFill>
                  <a:schemeClr val="tx1"/>
                </a:solidFill>
              </a:rPr>
              <a:t>Software Services</a:t>
            </a:r>
          </a:p>
          <a:p>
            <a:pPr algn="just"/>
            <a:r>
              <a:rPr lang="en-GB" sz="1000" dirty="0">
                <a:solidFill>
                  <a:schemeClr val="tx1"/>
                </a:solidFill>
              </a:rPr>
              <a:t>Software services refer to applications delivered over the internet, typically through a subscription-based model. Software services are "cloud-hosted solutions that allow users to access software capabilities without requiring installation or maintenance." Services like Google Workspace and Salesforce CRM exemplify this model, offering flexibility, scalability, and ease of access. This approach has gained traction due to its cost-effectiveness and ability to adapt to evolving business needs.</a:t>
            </a:r>
          </a:p>
          <a:p>
            <a:pPr algn="just"/>
            <a:endParaRPr lang="en-GB" sz="1000" dirty="0">
              <a:solidFill>
                <a:schemeClr val="tx1"/>
              </a:solidFill>
            </a:endParaRPr>
          </a:p>
        </p:txBody>
      </p:sp>
      <p:sp>
        <p:nvSpPr>
          <p:cNvPr id="10" name="Rectangle 9">
            <a:extLst>
              <a:ext uri="{FF2B5EF4-FFF2-40B4-BE49-F238E27FC236}">
                <a16:creationId xmlns:a16="http://schemas.microsoft.com/office/drawing/2014/main" id="{FCD8BF5F-E7F6-6335-9856-F78727C959D5}"/>
              </a:ext>
            </a:extLst>
          </p:cNvPr>
          <p:cNvSpPr/>
          <p:nvPr/>
        </p:nvSpPr>
        <p:spPr>
          <a:xfrm>
            <a:off x="4621163" y="1415845"/>
            <a:ext cx="2930013" cy="2310580"/>
          </a:xfrm>
          <a:prstGeom prst="rect">
            <a:avLst/>
          </a:prstGeom>
          <a:ln w="28575"/>
        </p:spPr>
        <p:style>
          <a:lnRef idx="2">
            <a:schemeClr val="dk1"/>
          </a:lnRef>
          <a:fillRef idx="1">
            <a:schemeClr val="lt1"/>
          </a:fillRef>
          <a:effectRef idx="0">
            <a:schemeClr val="dk1"/>
          </a:effectRef>
          <a:fontRef idx="minor">
            <a:schemeClr val="dk1"/>
          </a:fontRef>
        </p:style>
        <p:txBody>
          <a:bodyPr rtlCol="0" anchor="ctr"/>
          <a:lstStyle/>
          <a:p>
            <a:pPr algn="ctr"/>
            <a:endParaRPr lang="en-GB" sz="1100" dirty="0">
              <a:solidFill>
                <a:schemeClr val="tx1"/>
              </a:solidFill>
            </a:endParaRPr>
          </a:p>
          <a:p>
            <a:pPr algn="ctr"/>
            <a:endParaRPr lang="en-GB" sz="1100" dirty="0">
              <a:solidFill>
                <a:schemeClr val="tx1"/>
              </a:solidFill>
            </a:endParaRPr>
          </a:p>
          <a:p>
            <a:pPr algn="ctr"/>
            <a:r>
              <a:rPr lang="en-GB" sz="1100" b="1" i="1" u="sng" dirty="0">
                <a:solidFill>
                  <a:schemeClr val="tx1"/>
                </a:solidFill>
              </a:rPr>
              <a:t>References</a:t>
            </a:r>
          </a:p>
          <a:p>
            <a:pPr algn="ctr"/>
            <a:r>
              <a:rPr lang="en-GB" sz="1100" b="1" i="1" dirty="0">
                <a:solidFill>
                  <a:schemeClr val="tx1"/>
                </a:solidFill>
                <a:hlinkClick r:id="rId2"/>
              </a:rPr>
              <a:t>https://www.pearson.com/nl/en_NL/higher-education/subject-catalogue/information-systems/Laudon-management-information-systems-digital-firm-16e.html</a:t>
            </a:r>
            <a:endParaRPr lang="en-GB" sz="1100" b="1" i="1" dirty="0">
              <a:solidFill>
                <a:schemeClr val="tx1"/>
              </a:solidFill>
            </a:endParaRPr>
          </a:p>
          <a:p>
            <a:pPr algn="ctr"/>
            <a:endParaRPr lang="en-GB" sz="1100" b="1" i="1" dirty="0">
              <a:solidFill>
                <a:schemeClr val="tx1"/>
              </a:solidFill>
            </a:endParaRPr>
          </a:p>
          <a:p>
            <a:pPr algn="ctr"/>
            <a:r>
              <a:rPr lang="en-GB" sz="1100" b="1" i="1" dirty="0">
                <a:solidFill>
                  <a:schemeClr val="tx1"/>
                </a:solidFill>
                <a:hlinkClick r:id="rId3"/>
              </a:rPr>
              <a:t>https://www.researchgate.net/publication/336251012_Software_Engineering_A_Practitioner's_Approach_9th_Edition</a:t>
            </a:r>
            <a:endParaRPr lang="en-GB" sz="1100" b="1" i="1" dirty="0">
              <a:solidFill>
                <a:schemeClr val="tx1"/>
              </a:solidFill>
            </a:endParaRPr>
          </a:p>
          <a:p>
            <a:pPr algn="ctr"/>
            <a:endParaRPr lang="en-GB" sz="1100" dirty="0">
              <a:solidFill>
                <a:schemeClr val="tx1"/>
              </a:solidFill>
            </a:endParaRPr>
          </a:p>
          <a:p>
            <a:pPr algn="ctr"/>
            <a:r>
              <a:rPr lang="en-GB" sz="1100" b="1" i="1" dirty="0">
                <a:solidFill>
                  <a:schemeClr val="tx1"/>
                </a:solidFill>
                <a:hlinkClick r:id="rId4"/>
              </a:rPr>
              <a:t>https://redline.digital/saas-industry-statistics/</a:t>
            </a:r>
            <a:endParaRPr lang="en-GB" sz="1100" b="1" i="1" dirty="0">
              <a:solidFill>
                <a:schemeClr val="tx1"/>
              </a:solidFill>
            </a:endParaRPr>
          </a:p>
          <a:p>
            <a:pPr algn="ctr"/>
            <a:endParaRPr lang="en-GB" sz="1100" dirty="0">
              <a:solidFill>
                <a:schemeClr val="tx1"/>
              </a:solidFill>
            </a:endParaRPr>
          </a:p>
          <a:p>
            <a:pPr algn="ctr"/>
            <a:endParaRPr lang="en-GB" sz="1100" dirty="0">
              <a:solidFill>
                <a:schemeClr val="tx1"/>
              </a:solidFill>
            </a:endParaRPr>
          </a:p>
          <a:p>
            <a:pPr algn="ctr"/>
            <a:endParaRPr lang="en-GB" sz="1100" dirty="0">
              <a:solidFill>
                <a:schemeClr val="tx1"/>
              </a:solidFill>
            </a:endParaRPr>
          </a:p>
        </p:txBody>
      </p:sp>
      <p:sp>
        <p:nvSpPr>
          <p:cNvPr id="11" name="Rectangle 10">
            <a:extLst>
              <a:ext uri="{FF2B5EF4-FFF2-40B4-BE49-F238E27FC236}">
                <a16:creationId xmlns:a16="http://schemas.microsoft.com/office/drawing/2014/main" id="{55D2D7A8-D461-7E2B-4731-220367F67C8C}"/>
              </a:ext>
            </a:extLst>
          </p:cNvPr>
          <p:cNvSpPr/>
          <p:nvPr/>
        </p:nvSpPr>
        <p:spPr>
          <a:xfrm>
            <a:off x="117986" y="3955025"/>
            <a:ext cx="4109884" cy="2824316"/>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GB" sz="1100" b="1" i="1" u="sng" dirty="0">
                <a:solidFill>
                  <a:schemeClr val="tx1"/>
                </a:solidFill>
              </a:rPr>
              <a:t>Conclusion/Further Scope</a:t>
            </a:r>
          </a:p>
          <a:p>
            <a:pPr algn="just"/>
            <a:r>
              <a:rPr lang="en-GB" sz="1100" dirty="0">
                <a:solidFill>
                  <a:schemeClr val="tx1"/>
                </a:solidFill>
              </a:rPr>
              <a:t>Key Insights:</a:t>
            </a:r>
          </a:p>
          <a:p>
            <a:pPr marL="171450" indent="-171450" algn="just">
              <a:buFont typeface="Arial" panose="020B0604020202020204" pitchFamily="34" charset="0"/>
              <a:buChar char="•"/>
            </a:pPr>
            <a:r>
              <a:rPr lang="en-GB" sz="1100" dirty="0">
                <a:solidFill>
                  <a:schemeClr val="tx1"/>
                </a:solidFill>
              </a:rPr>
              <a:t>Information systems are holistic and serve as the backbone of organizational technology. Software products are focused, standalone tools with predefined functionality .Software services offer scalability, flexibility, and convenience. Final Thought: Together, these concepts create a robust ecosystem, empowering organizations to achieve operational and strategic goals effectively.</a:t>
            </a:r>
          </a:p>
          <a:p>
            <a:pPr marL="171450" indent="-171450" algn="just">
              <a:buFont typeface="Arial" panose="020B0604020202020204" pitchFamily="34" charset="0"/>
              <a:buChar char="•"/>
            </a:pPr>
            <a:r>
              <a:rPr lang="en-GB" sz="1100" dirty="0">
                <a:solidFill>
                  <a:schemeClr val="tx1"/>
                </a:solidFill>
              </a:rPr>
              <a:t>Emerging Trends: Integration of AI and machine learning into information systems for predictive analytics. The rise of hybrid models combining software products and services.</a:t>
            </a:r>
          </a:p>
          <a:p>
            <a:pPr marL="171450" indent="-171450" algn="just">
              <a:buFont typeface="Arial" panose="020B0604020202020204" pitchFamily="34" charset="0"/>
              <a:buChar char="•"/>
            </a:pPr>
            <a:r>
              <a:rPr lang="en-GB" sz="1100" dirty="0">
                <a:solidFill>
                  <a:schemeClr val="tx1"/>
                </a:solidFill>
              </a:rPr>
              <a:t>Challenges: Data security and compliance in cloud-hosted services. Managing costs and maintaining flexibility in a rapidly evolving market.</a:t>
            </a:r>
          </a:p>
        </p:txBody>
      </p:sp>
      <p:pic>
        <p:nvPicPr>
          <p:cNvPr id="3" name="Picture 2">
            <a:extLst>
              <a:ext uri="{FF2B5EF4-FFF2-40B4-BE49-F238E27FC236}">
                <a16:creationId xmlns:a16="http://schemas.microsoft.com/office/drawing/2014/main" id="{E7948C4D-AD96-F5BC-2530-74B23972BFF1}"/>
              </a:ext>
            </a:extLst>
          </p:cNvPr>
          <p:cNvPicPr>
            <a:picLocks noChangeAspect="1"/>
          </p:cNvPicPr>
          <p:nvPr/>
        </p:nvPicPr>
        <p:blipFill>
          <a:blip r:embed="rId5"/>
          <a:stretch>
            <a:fillRect/>
          </a:stretch>
        </p:blipFill>
        <p:spPr>
          <a:xfrm>
            <a:off x="4319279" y="3945193"/>
            <a:ext cx="3553442" cy="2529348"/>
          </a:xfrm>
          <a:prstGeom prst="rect">
            <a:avLst/>
          </a:prstGeom>
          <a:ln w="38100">
            <a:solidFill>
              <a:schemeClr val="tx1"/>
            </a:solidFill>
          </a:ln>
        </p:spPr>
      </p:pic>
    </p:spTree>
    <p:extLst>
      <p:ext uri="{BB962C8B-B14F-4D97-AF65-F5344CB8AC3E}">
        <p14:creationId xmlns:p14="http://schemas.microsoft.com/office/powerpoint/2010/main" val="39378668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512</Words>
  <Application>Microsoft Office PowerPoint</Application>
  <PresentationFormat>Widescreen</PresentationFormat>
  <Paragraphs>31</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Belal uddin</dc:creator>
  <cp:lastModifiedBy>Belal uddin</cp:lastModifiedBy>
  <cp:revision>1</cp:revision>
  <dcterms:created xsi:type="dcterms:W3CDTF">2025-01-17T14:00:20Z</dcterms:created>
  <dcterms:modified xsi:type="dcterms:W3CDTF">2025-01-20T11:19:57Z</dcterms:modified>
</cp:coreProperties>
</file>